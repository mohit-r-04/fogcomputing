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631" r:id="rId3"/>
    <p:sldId id="687" r:id="rId5"/>
    <p:sldId id="690" r:id="rId6"/>
    <p:sldId id="691" r:id="rId7"/>
    <p:sldId id="692" r:id="rId8"/>
    <p:sldId id="640" r:id="rId9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90B0D4"/>
    <a:srgbClr val="B4593C"/>
    <a:srgbClr val="0066CC"/>
    <a:srgbClr val="547B9C"/>
    <a:srgbClr val="C0309A"/>
    <a:srgbClr val="0079BC"/>
    <a:srgbClr val="3E708E"/>
    <a:srgbClr val="3399FF"/>
    <a:srgbClr val="A54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" d="2"/>
          <a:sy n="1" d="2"/>
        </p:scale>
        <p:origin x="0" y="0"/>
      </p:cViewPr>
      <p:guideLst>
        <p:guide orient="horz" pos="220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82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628" cy="464981"/>
          </a:xfrm>
          <a:prstGeom prst="rect">
            <a:avLst/>
          </a:prstGeom>
        </p:spPr>
        <p:txBody>
          <a:bodyPr vert="horz" lIns="92153" tIns="46077" rIns="92153" bIns="4607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173" y="1"/>
            <a:ext cx="3037628" cy="464981"/>
          </a:xfrm>
          <a:prstGeom prst="rect">
            <a:avLst/>
          </a:prstGeom>
        </p:spPr>
        <p:txBody>
          <a:bodyPr vert="horz" lIns="92153" tIns="46077" rIns="92153" bIns="46077" rtlCol="0"/>
          <a:lstStyle>
            <a:lvl1pPr algn="r">
              <a:defRPr sz="1200"/>
            </a:lvl1pPr>
          </a:lstStyle>
          <a:p>
            <a:fld id="{006C233A-9D74-4117-ACA8-060D36B7D83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824"/>
            <a:ext cx="3037628" cy="464981"/>
          </a:xfrm>
          <a:prstGeom prst="rect">
            <a:avLst/>
          </a:prstGeom>
        </p:spPr>
        <p:txBody>
          <a:bodyPr vert="horz" lIns="92153" tIns="46077" rIns="92153" bIns="4607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173" y="8829824"/>
            <a:ext cx="3037628" cy="464981"/>
          </a:xfrm>
          <a:prstGeom prst="rect">
            <a:avLst/>
          </a:prstGeom>
        </p:spPr>
        <p:txBody>
          <a:bodyPr vert="horz" lIns="92153" tIns="46077" rIns="92153" bIns="46077" rtlCol="0" anchor="b"/>
          <a:lstStyle>
            <a:lvl1pPr algn="r">
              <a:defRPr sz="1200"/>
            </a:lvl1pPr>
          </a:lstStyle>
          <a:p>
            <a:fld id="{A28E399E-F7B0-4ADD-938A-755F22AEF9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7840" cy="4648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05" tIns="46603" rIns="93205" bIns="46603" numCol="1" anchor="t" anchorCtr="0" compatLnSpc="1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3" y="0"/>
            <a:ext cx="3037840" cy="4648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05" tIns="46603" rIns="93205" bIns="46603" numCol="1" anchor="t" anchorCtr="0" compatLnSpc="1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1" y="4415792"/>
            <a:ext cx="5140960" cy="41833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05" tIns="46603" rIns="93205" bIns="46603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1581"/>
            <a:ext cx="3037840" cy="4648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05" tIns="46603" rIns="93205" bIns="46603" numCol="1" anchor="b" anchorCtr="0" compatLnSpc="1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3" y="8831581"/>
            <a:ext cx="3037840" cy="4648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05" tIns="46603" rIns="93205" bIns="46603" numCol="1" anchor="b" anchorCtr="0" compatLnSpc="1"/>
          <a:lstStyle>
            <a:lvl1pPr algn="r">
              <a:defRPr sz="1200"/>
            </a:lvl1pPr>
          </a:lstStyle>
          <a:p>
            <a:fld id="{848BB432-97C3-4B7D-8D6F-1BA494990EB4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136D09-445F-4409-95BE-72AAD8FC2949}" type="slidenum">
              <a:rPr lang="en-US"/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589588"/>
            <a:ext cx="11988800" cy="1268412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100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1F4039-2622-4E0D-BA5F-DF613486EC3F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93D3DE-0D14-436D-A6F8-99F9FCD4509C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F9CD4C-826D-4353-97CC-FD6B600239AB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A862DA-0300-4660-A6BD-320860488EFE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15D3E4-362F-49DE-85B9-977E4CF2496F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670509-8842-45C7-8721-9FA549B616AB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F190B-BFCC-43ED-94C1-8545E3613419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1E2E50-6244-4F8C-BC21-0143E7B1D612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B17A84-1EF1-46E0-86F0-87EE23199E92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A6033A-ADCD-4E5D-B795-05F53A6B4939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12192000" cy="476250"/>
          </a:xfrm>
        </p:spPr>
        <p:txBody>
          <a:bodyPr/>
          <a:lstStyle>
            <a:lvl1pPr>
              <a:defRPr/>
            </a:lvl1pPr>
          </a:lstStyle>
          <a:p>
            <a:fld id="{E765331A-FB16-4349-BB1E-9292E7905A34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12192000" cy="476250"/>
          </a:xfrm>
        </p:spPr>
        <p:txBody>
          <a:bodyPr/>
          <a:lstStyle>
            <a:lvl1pPr>
              <a:defRPr/>
            </a:lvl1pPr>
          </a:lstStyle>
          <a:p>
            <a:fld id="{CA127EDD-5AE7-4F7E-A3D2-120782799796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12192000" cy="476250"/>
          </a:xfrm>
        </p:spPr>
        <p:txBody>
          <a:bodyPr/>
          <a:lstStyle>
            <a:lvl1pPr>
              <a:defRPr/>
            </a:lvl1pPr>
          </a:lstStyle>
          <a:p>
            <a:fld id="{50D1D595-6F66-4A04-B04D-68C711B5071F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vmlDrawing" Target="../drawings/vmlDrawing1.vml"/><Relationship Id="rId16" Type="http://schemas.openxmlformats.org/officeDocument/2006/relationships/image" Target="../media/image2.emf"/><Relationship Id="rId15" Type="http://schemas.openxmlformats.org/officeDocument/2006/relationships/oleObject" Target="../embeddings/oleObject1.bin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0" y="6117455"/>
          <a:ext cx="12191999" cy="788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CorelDRAW" r:id="rId15" imgW="9529445" imgH="654685" progId="">
                  <p:embed/>
                </p:oleObj>
              </mc:Choice>
              <mc:Fallback>
                <p:oleObj name="CorelDRAW" r:id="rId15" imgW="9529445" imgH="654685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117455"/>
                        <a:ext cx="12191999" cy="788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126164"/>
            <a:ext cx="121920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fld id="{8AFEF79D-0508-431A-9382-43A6F8BABA35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>
    <p:fad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8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8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8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8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8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8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8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anose="020B08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981200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3600" b="1">
                <a:solidFill>
                  <a:schemeClr val="bg1"/>
                </a:solidFill>
                <a:latin typeface="Times New Roman" panose="02020503050405090304"/>
                <a:cs typeface="Times New Roman" panose="02020503050405090304"/>
              </a:rPr>
              <a:t>SSN College of Engineering, Kalavakkam - 603110</a:t>
            </a:r>
            <a:br>
              <a:rPr lang="en-US" sz="3000" b="1">
                <a:solidFill>
                  <a:schemeClr val="bg1"/>
                </a:solidFill>
                <a:latin typeface="Times New Roman" panose="02020503050405090304"/>
                <a:cs typeface="Times New Roman" panose="02020503050405090304"/>
              </a:rPr>
            </a:br>
            <a:r>
              <a:rPr lang="en-US" sz="2800" b="1">
                <a:solidFill>
                  <a:schemeClr val="bg1"/>
                </a:solidFill>
                <a:latin typeface="Times New Roman" panose="02020503050405090304"/>
                <a:cs typeface="Times New Roman" panose="02020503050405090304"/>
              </a:rPr>
              <a:t>Department of Information Technology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00200" y="3048000"/>
            <a:ext cx="91440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altLang="en-US" sz="3200" b="1">
                <a:sym typeface="+mn-ea"/>
              </a:rPr>
              <a:t>Project Title</a:t>
            </a:r>
            <a:endParaRPr lang="en-US" altLang="en-US" sz="3200" b="1">
              <a:sym typeface="+mn-ea"/>
            </a:endParaRPr>
          </a:p>
        </p:txBody>
      </p:sp>
      <p:sp>
        <p:nvSpPr>
          <p:cNvPr id="2" name="TextBox 7"/>
          <p:cNvSpPr txBox="1"/>
          <p:nvPr/>
        </p:nvSpPr>
        <p:spPr>
          <a:xfrm>
            <a:off x="1600200" y="2299970"/>
            <a:ext cx="914400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 sz="1800" b="0">
                <a:latin typeface="Aptos"/>
              </a:defRPr>
            </a:pPr>
            <a:r>
              <a:rPr lang="en-US" altLang="en-US" sz="2800" b="1">
                <a:solidFill>
                  <a:srgbClr val="0066CC"/>
                </a:solidFill>
                <a:latin typeface="Times New Roman" panose="02020503050405090304"/>
                <a:cs typeface="Times New Roman" panose="02020503050405090304"/>
              </a:rPr>
              <a:t>Course Name</a:t>
            </a:r>
            <a:endParaRPr lang="en-US" altLang="en-US" sz="2800" b="1">
              <a:solidFill>
                <a:srgbClr val="0066CC"/>
              </a:solidFill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TextBox 7"/>
          <p:cNvSpPr txBox="1"/>
          <p:nvPr/>
        </p:nvSpPr>
        <p:spPr>
          <a:xfrm>
            <a:off x="1661160" y="4868545"/>
            <a:ext cx="9144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 sz="1800" b="0">
                <a:latin typeface="Aptos"/>
              </a:defRPr>
            </a:pPr>
            <a:r>
              <a:rPr lang="en-US" altLang="en-US" sz="2000" b="1">
                <a:solidFill>
                  <a:srgbClr val="0066CC"/>
                </a:solidFill>
                <a:latin typeface="Times New Roman" panose="02020503050405090304"/>
                <a:cs typeface="Times New Roman" panose="02020503050405090304"/>
              </a:rPr>
              <a:t>Student Name - Student Reg No</a:t>
            </a:r>
            <a:endParaRPr lang="en-US" altLang="en-US" sz="2000" b="1">
              <a:solidFill>
                <a:srgbClr val="0066CC"/>
              </a:solidFill>
              <a:latin typeface="Times New Roman" panose="02020503050405090304"/>
              <a:cs typeface="Times New Roman" panose="02020503050405090304"/>
            </a:endParaRPr>
          </a:p>
          <a:p>
            <a:pPr algn="ctr">
              <a:defRPr sz="1800" b="0">
                <a:latin typeface="Aptos"/>
              </a:defRPr>
            </a:pPr>
            <a:r>
              <a:rPr lang="en-US" altLang="en-US" sz="2000" b="1">
                <a:solidFill>
                  <a:srgbClr val="0066CC"/>
                </a:solidFill>
                <a:latin typeface="Times New Roman" panose="02020503050405090304"/>
                <a:cs typeface="Times New Roman" panose="02020503050405090304"/>
                <a:sym typeface="+mn-ea"/>
              </a:rPr>
              <a:t>Student Name - Student Reg No</a:t>
            </a:r>
            <a:endParaRPr lang="en-US" altLang="en-US" sz="2000" b="1">
              <a:solidFill>
                <a:srgbClr val="0066CC"/>
              </a:solidFill>
              <a:latin typeface="Times New Roman" panose="02020503050405090304"/>
              <a:cs typeface="Times New Roman" panose="02020503050405090304"/>
            </a:endParaRPr>
          </a:p>
          <a:p>
            <a:pPr algn="ctr">
              <a:defRPr sz="1800" b="0">
                <a:latin typeface="Aptos"/>
              </a:defRPr>
            </a:pPr>
            <a:r>
              <a:rPr lang="en-US" altLang="en-US" sz="2000" b="1">
                <a:solidFill>
                  <a:srgbClr val="0066CC"/>
                </a:solidFill>
                <a:latin typeface="Times New Roman" panose="02020503050405090304"/>
                <a:cs typeface="Times New Roman" panose="02020503050405090304"/>
                <a:sym typeface="+mn-ea"/>
              </a:rPr>
              <a:t>Student Name - Student Reg No</a:t>
            </a:r>
            <a:endParaRPr lang="en-US" altLang="en-US" sz="2000" b="1">
              <a:solidFill>
                <a:srgbClr val="0066CC"/>
              </a:solidFill>
              <a:latin typeface="Times New Roman" panose="02020503050405090304"/>
              <a:cs typeface="Times New Roman" panose="02020503050405090304"/>
            </a:endParaRPr>
          </a:p>
          <a:p>
            <a:pPr algn="ctr">
              <a:defRPr sz="1800" b="0">
                <a:latin typeface="Aptos"/>
              </a:defRPr>
            </a:pPr>
            <a:r>
              <a:rPr lang="en-US" altLang="en-US" sz="2000" b="1">
                <a:solidFill>
                  <a:srgbClr val="0066CC"/>
                </a:solidFill>
                <a:latin typeface="Times New Roman" panose="02020503050405090304"/>
                <a:cs typeface="Times New Roman" panose="02020503050405090304"/>
                <a:sym typeface="+mn-ea"/>
              </a:rPr>
              <a:t>Student Name - Student Reg No</a:t>
            </a:r>
            <a:endParaRPr lang="en-US" altLang="en-US" sz="2000" b="1">
              <a:solidFill>
                <a:srgbClr val="0066CC"/>
              </a:solidFill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05840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Title</a:t>
            </a:r>
            <a:endParaRPr lang="en-US"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05840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Title</a:t>
            </a:r>
            <a:endParaRPr lang="en-US"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05840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Title</a:t>
            </a:r>
            <a:endParaRPr lang="en-US"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05840"/>
          </a:xfrm>
          <a:solidFill>
            <a:srgbClr val="0079BC"/>
          </a:solidFill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US" sz="2800" b="1"/>
              <a:t>Title</a:t>
            </a:r>
            <a:endParaRPr lang="en-US"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56183"/>
            <a:ext cx="8229600" cy="1143000"/>
          </a:xfrm>
        </p:spPr>
        <p:txBody>
          <a:bodyPr/>
          <a:lstStyle/>
          <a:p>
            <a:pPr algn="ctr">
              <a:defRPr sz="2600" b="1">
                <a:solidFill>
                  <a:srgbClr val="154360"/>
                </a:solidFill>
                <a:latin typeface="Aptos Display"/>
              </a:defRPr>
            </a:pPr>
            <a:r>
              <a:rPr lang="en-IN" sz="3200" b="1"/>
              <a:t>Thank You</a:t>
            </a:r>
            <a:r>
              <a:rPr lang="en-IN"/>
              <a:t> </a:t>
            </a:r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WPS Presentation</Application>
  <PresentationFormat>Widescreen</PresentationFormat>
  <Paragraphs>21</Paragraphs>
  <Slides>6</Slides>
  <Notes>27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Verdana</vt:lpstr>
      <vt:lpstr>Aptos Display</vt:lpstr>
      <vt:lpstr>Helvetica Neue</vt:lpstr>
      <vt:lpstr>Times New Roman</vt:lpstr>
      <vt:lpstr>Aptos</vt:lpstr>
      <vt:lpstr>Microsoft YaHei</vt:lpstr>
      <vt:lpstr>汉仪旗黑</vt:lpstr>
      <vt:lpstr>Arial Unicode MS</vt:lpstr>
      <vt:lpstr>宋体-简</vt:lpstr>
      <vt:lpstr>1_Default Design</vt:lpstr>
      <vt:lpstr>SSN College of Engineering, Kalavakkam - 603110 Department of Information Technology</vt:lpstr>
      <vt:lpstr>Title</vt:lpstr>
      <vt:lpstr>Title</vt:lpstr>
      <vt:lpstr>Title</vt:lpstr>
      <vt:lpstr>Title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SENTHIL KUMAR</dc:creator>
  <cp:lastModifiedBy>rahul</cp:lastModifiedBy>
  <cp:revision>112</cp:revision>
  <cp:lastPrinted>2026-10-11T18:14:36Z</cp:lastPrinted>
  <dcterms:created xsi:type="dcterms:W3CDTF">2026-10-11T18:14:36Z</dcterms:created>
  <dcterms:modified xsi:type="dcterms:W3CDTF">2026-10-11T18:14:36Z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1033-12.1.28496.28496</vt:lpwstr>
  </property>
  <property fmtid="{D5CDD505-2E9C-101B-9397-08002B2CF9AE}" pid="3" name="ICV">
    <vt:lpwstr>C74005CF77AE1C8DECF8566A79DFFBB0_42</vt:lpwstr>
  </property>
</Properties>
</file>