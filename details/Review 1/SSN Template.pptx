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914400" y="22860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B57B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828800" y="38100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Verdana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9pPr>
          </a:lstStyle>
          <a:p/>
        </p:txBody>
      </p:sp>
      <p:sp>
        <p:nvSpPr>
          <p:cNvPr id="27" name="Google Shape;27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9pPr>
          </a:lstStyle>
          <a:p/>
        </p:txBody>
      </p:sp>
      <p:sp>
        <p:nvSpPr>
          <p:cNvPr id="28" name="Google Shape;28;p6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9pPr>
          </a:lstStyle>
          <a:p/>
        </p:txBody>
      </p:sp>
      <p:sp>
        <p:nvSpPr>
          <p:cNvPr id="29" name="Google Shape;29;p6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/>
          <p:nvPr>
            <p:ph type="ctrTitle"/>
          </p:nvPr>
        </p:nvSpPr>
        <p:spPr>
          <a:xfrm>
            <a:off x="914400" y="22860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1B57B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828800" y="38100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Verdana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9pPr>
          </a:lstStyle>
          <a:p/>
        </p:txBody>
      </p:sp>
      <p:sp>
        <p:nvSpPr>
          <p:cNvPr id="65" name="Google Shape;65;p17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9pPr>
          </a:lstStyle>
          <a:p/>
        </p:txBody>
      </p:sp>
      <p:sp>
        <p:nvSpPr>
          <p:cNvPr id="69" name="Google Shape;69;p18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9pPr>
          </a:lstStyle>
          <a:p/>
        </p:txBody>
      </p:sp>
      <p:sp>
        <p:nvSpPr>
          <p:cNvPr id="70" name="Google Shape;70;p18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None/>
              <a:defRPr b="1" sz="1600"/>
            </a:lvl9pPr>
          </a:lstStyle>
          <a:p/>
        </p:txBody>
      </p:sp>
      <p:sp>
        <p:nvSpPr>
          <p:cNvPr id="71" name="Google Shape;71;p18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sz="2000"/>
            </a:lvl9pPr>
          </a:lstStyle>
          <a:p/>
        </p:txBody>
      </p:sp>
      <p:sp>
        <p:nvSpPr>
          <p:cNvPr id="78" name="Google Shape;78;p21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Verdana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4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b="0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Char char="•"/>
              <a:defRPr b="0" i="0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erdana"/>
              <a:buChar char="–"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–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»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pic>
        <p:nvPicPr>
          <p:cNvPr id="50" name="Google Shape;50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67450"/>
            <a:ext cx="12192000" cy="6286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/>
          <p:nvPr/>
        </p:nvSpPr>
        <p:spPr>
          <a:xfrm>
            <a:off x="155576" y="4022870"/>
            <a:ext cx="3523376" cy="1644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-341313" lvl="0" marL="3429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</a:t>
            </a:r>
            <a:endParaRPr/>
          </a:p>
          <a:p>
            <a:pPr indent="-341313" lvl="0" marL="34290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1313" lvl="0" marL="34290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</a:t>
            </a:r>
            <a:endParaRPr/>
          </a:p>
        </p:txBody>
      </p:sp>
      <p:sp>
        <p:nvSpPr>
          <p:cNvPr id="94" name="Google Shape;94;p25"/>
          <p:cNvSpPr/>
          <p:nvPr/>
        </p:nvSpPr>
        <p:spPr>
          <a:xfrm>
            <a:off x="3889375" y="46039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5" name="Google Shape;95;p25"/>
          <p:cNvSpPr/>
          <p:nvPr/>
        </p:nvSpPr>
        <p:spPr>
          <a:xfrm>
            <a:off x="0" y="13855"/>
            <a:ext cx="12192000" cy="1447800"/>
          </a:xfrm>
          <a:prstGeom prst="rect">
            <a:avLst/>
          </a:prstGeom>
          <a:solidFill>
            <a:srgbClr val="33529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" name="Google Shape;96;p25"/>
          <p:cNvSpPr/>
          <p:nvPr/>
        </p:nvSpPr>
        <p:spPr>
          <a:xfrm>
            <a:off x="939567" y="1524000"/>
            <a:ext cx="977317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Verdana"/>
              <a:buNone/>
            </a:pPr>
            <a:r>
              <a:t/>
            </a:r>
            <a:endParaRPr/>
          </a:p>
        </p:txBody>
      </p:sp>
      <p:sp>
        <p:nvSpPr>
          <p:cNvPr descr="Image result for twitter" id="97" name="Google Shape;97;p25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Image result for twitter" id="98" name="Google Shape;98;p25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Image result for twitter" id="99" name="Google Shape;99;p25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descr="Image result for twitter" id="100" name="Google Shape;100;p25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1" name="Google Shape;101;p25"/>
          <p:cNvSpPr/>
          <p:nvPr/>
        </p:nvSpPr>
        <p:spPr>
          <a:xfrm>
            <a:off x="831180" y="4492942"/>
            <a:ext cx="32423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</a:pPr>
            <a:r>
              <a:t/>
            </a:r>
            <a:endParaRPr b="1" i="0" sz="3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2" name="Google Shape;102;p25"/>
          <p:cNvSpPr/>
          <p:nvPr/>
        </p:nvSpPr>
        <p:spPr>
          <a:xfrm>
            <a:off x="8437549" y="4256783"/>
            <a:ext cx="3050796" cy="17635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-341313" lvl="0" marL="34290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6"/>
          <p:cNvSpPr txBox="1"/>
          <p:nvPr>
            <p:ph idx="1" type="body"/>
          </p:nvPr>
        </p:nvSpPr>
        <p:spPr>
          <a:xfrm>
            <a:off x="609600" y="1562826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>
            <a:off x="671119" y="228025"/>
            <a:ext cx="109140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7"/>
          <p:cNvSpPr txBox="1"/>
          <p:nvPr>
            <p:ph idx="1" type="body"/>
          </p:nvPr>
        </p:nvSpPr>
        <p:spPr>
          <a:xfrm>
            <a:off x="638961" y="1547769"/>
            <a:ext cx="10914077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t/>
            </a:r>
            <a:endParaRPr/>
          </a:p>
        </p:txBody>
      </p:sp>
      <p:sp>
        <p:nvSpPr>
          <p:cNvPr descr="Image result for singing bowl" id="115" name="Google Shape;115;p27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heme9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eme9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